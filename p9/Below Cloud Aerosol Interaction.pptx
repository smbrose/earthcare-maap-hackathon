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790D-BDCC-4AB2-B11C-DE07533BD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439" y="317731"/>
            <a:ext cx="10043265" cy="797196"/>
          </a:xfrm>
        </p:spPr>
        <p:txBody>
          <a:bodyPr>
            <a:normAutofit fontScale="90000"/>
          </a:bodyPr>
          <a:lstStyle/>
          <a:p>
            <a:r>
              <a:rPr lang="en-US" dirty="0"/>
              <a:t>Below Cloud Aerosol Interaction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D371B-8789-42D9-B1FE-713310075266}"/>
              </a:ext>
            </a:extLst>
          </p:cNvPr>
          <p:cNvSpPr txBox="1"/>
          <p:nvPr/>
        </p:nvSpPr>
        <p:spPr>
          <a:xfrm>
            <a:off x="633663" y="1876926"/>
            <a:ext cx="80130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Names …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Improve data gathering under the clouds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ATLID sensor data, other JAXA products for validation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Data analysis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Cloud fractions on aerosol concentrates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36054-2D3B-489A-83D4-E401537AC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524" y="1346033"/>
            <a:ext cx="3095625" cy="2000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9EAD80-D41F-4D6E-83F2-B0B4385AE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03" y="3577389"/>
            <a:ext cx="4340393" cy="267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86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</TotalTime>
  <Words>29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Calisto MT</vt:lpstr>
      <vt:lpstr>Courier New</vt:lpstr>
      <vt:lpstr>Wingdings 2</vt:lpstr>
      <vt:lpstr>Slate</vt:lpstr>
      <vt:lpstr>Below Cloud Aerosol Interaction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Below Cloud Aerosol Interaction</dc:title>
  <dc:creator>Barath Krishnaguna</dc:creator>
  <cp:lastModifiedBy>Saskia Brose</cp:lastModifiedBy>
  <cp:revision>2</cp:revision>
  <dcterms:created xsi:type="dcterms:W3CDTF">2026-04-20T14:31:37Z</dcterms:created>
  <dcterms:modified xsi:type="dcterms:W3CDTF">2026-04-20T14:46:59Z</dcterms:modified>
</cp:coreProperties>
</file>